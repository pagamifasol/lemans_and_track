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6F72-8F2C-438E-9E8C-B1A138CE8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4D1253-7221-4F64-924F-89D621FFF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C4192-8D70-4761-935F-D368C708A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9BA0-0B15-43F9-8289-15B95454A1E3}" type="datetimeFigureOut">
              <a:rPr lang="it-IT" smtClean="0"/>
              <a:t>16/08/2021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49C62-01C8-432F-A0FF-6FC21EBA3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D0514-798A-4A73-8927-8C7C8A38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1A27-1772-4EA4-A26F-FA05FE64E20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582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4E4FC-F9B5-4F37-AB01-72C12B95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D8208-B17F-427F-8022-47DDCB4C3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069DD-F0F0-45E2-9F5C-3DF1D0F3B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9BA0-0B15-43F9-8289-15B95454A1E3}" type="datetimeFigureOut">
              <a:rPr lang="it-IT" smtClean="0"/>
              <a:t>16/08/2021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3719C-6097-42C7-8C30-5E2DE7A94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0F2C5-6B90-4870-959D-9B6A08EB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1A27-1772-4EA4-A26F-FA05FE64E20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04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659B-3BDE-4834-9FB5-EF158BE3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AECFB-61F0-4248-80B7-78ED8B7C7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4DEE6-D558-446F-B657-A0DAD7927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9BA0-0B15-43F9-8289-15B95454A1E3}" type="datetimeFigureOut">
              <a:rPr lang="it-IT" smtClean="0"/>
              <a:t>16/08/2021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C63B9-9E4E-4007-BD8D-0201C178E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E8A49-FB54-4009-BF6B-65E0BD02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1A27-1772-4EA4-A26F-FA05FE64E20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664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BDCE3-03B5-45C9-8B3F-5FACF0C39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2D9F-8D82-414D-A729-FAE8F28EC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1B7AB-F69B-49D6-B3D2-F4190DECA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C901C-3E35-4233-984F-D325DDC3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9BA0-0B15-43F9-8289-15B95454A1E3}" type="datetimeFigureOut">
              <a:rPr lang="it-IT" smtClean="0"/>
              <a:t>16/08/2021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6AA41-C7BB-41F4-9434-6C842F51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B169-C126-46CB-A943-8FF00A9B6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1A27-1772-4EA4-A26F-FA05FE64E20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3205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DEEA-32DC-450F-9A53-779B4C858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74BF1-CBFF-4625-AC97-34D919662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A455D-E18C-4267-B34E-8B7CDBD7C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464771-4D11-4F3E-A756-DBC120D1E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BE39F8-C2F1-4332-913F-3B006C378F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50C9E-7EB3-41A8-9ACA-DAB6CD1F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9BA0-0B15-43F9-8289-15B95454A1E3}" type="datetimeFigureOut">
              <a:rPr lang="it-IT" smtClean="0"/>
              <a:t>16/08/2021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B68D2E-ED5F-494C-9AA1-B358BA25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B104AD-0CA7-4E3B-A607-AE2E8E68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1A27-1772-4EA4-A26F-FA05FE64E20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9784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04DC6-020E-4113-9BEF-54AFEC9C0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D9D56-2270-4679-B837-5E4F46A2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9BA0-0B15-43F9-8289-15B95454A1E3}" type="datetimeFigureOut">
              <a:rPr lang="it-IT" smtClean="0"/>
              <a:t>16/08/2021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11888-0343-49C7-A95C-F0930CE1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B2780-A32A-41DA-9F80-A5A08FCF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1A27-1772-4EA4-A26F-FA05FE64E20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243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9E559-1998-4988-ADA7-BC08C6A2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9BA0-0B15-43F9-8289-15B95454A1E3}" type="datetimeFigureOut">
              <a:rPr lang="it-IT" smtClean="0"/>
              <a:t>16/08/2021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A251D-5ABD-400C-8070-93E5E51A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AB619-63AA-4311-852C-B4BC85C60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1A27-1772-4EA4-A26F-FA05FE64E20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1573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8F5E-BEBF-4B55-9AE0-C167DDB61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3505A-FB54-478E-9F59-653AFC003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40D83-A6D0-404A-BFC3-EADAD1AFB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93F41-BC2C-4C76-8E1A-60A2BFE6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9BA0-0B15-43F9-8289-15B95454A1E3}" type="datetimeFigureOut">
              <a:rPr lang="it-IT" smtClean="0"/>
              <a:t>16/08/2021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B7F0E-999F-47BC-81E9-A4648A6DB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4D44D-5A1B-471D-90AF-166A59CD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1A27-1772-4EA4-A26F-FA05FE64E20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8339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7C4C-F206-4D19-BE4B-E3278E64F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AC20E2-3CBF-4D8B-88A5-6C3F8415A2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7F56D-142B-4243-95EF-99A378CAF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68353-68C4-40F2-A3ED-19E24DEC0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9BA0-0B15-43F9-8289-15B95454A1E3}" type="datetimeFigureOut">
              <a:rPr lang="it-IT" smtClean="0"/>
              <a:t>16/08/2021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022A7-0073-4291-A716-627E9105C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8C205-330A-4BEE-A411-4F5D5A9B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1A27-1772-4EA4-A26F-FA05FE64E20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3073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9569E-2B21-4EEF-AF04-ABDB6C19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D00DB-2A9E-40FD-9765-CB3EAC0CD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25D15-95E4-4166-8EF7-1F45FE111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9BA0-0B15-43F9-8289-15B95454A1E3}" type="datetimeFigureOut">
              <a:rPr lang="it-IT" smtClean="0"/>
              <a:t>16/08/2021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A747D-033F-4FFF-A886-24A707B42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B85D0-3A2E-47F8-B34A-6032A101C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1A27-1772-4EA4-A26F-FA05FE64E20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445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2E864-1335-4CAC-BE5E-80DA3EAE4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E714D-F263-4F57-BF06-A43323A10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890F3-4F93-4C12-940E-F6D653D3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9BA0-0B15-43F9-8289-15B95454A1E3}" type="datetimeFigureOut">
              <a:rPr lang="it-IT" smtClean="0"/>
              <a:t>16/08/2021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41DE8-A946-4878-B83B-C9CE9219E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B1FC5-25D9-4534-A28E-3486B26E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1A27-1772-4EA4-A26F-FA05FE64E20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1562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04E6CE-580F-4A6A-9249-DE9355A3E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D2D47-4009-472D-B3CA-C01DAE9ED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48E14-A61C-411B-BC99-F8635347C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89BA0-0B15-43F9-8289-15B95454A1E3}" type="datetimeFigureOut">
              <a:rPr lang="it-IT" smtClean="0"/>
              <a:t>16/08/2021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1DBA1-206A-41A6-BA62-9C474A787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468AD-386B-460A-B016-44903F49B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B1A27-1772-4EA4-A26F-FA05FE64E20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9784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6B8368-2DA4-4E1D-BC40-41F72C3D792D}"/>
              </a:ext>
            </a:extLst>
          </p:cNvPr>
          <p:cNvSpPr txBox="1"/>
          <p:nvPr/>
        </p:nvSpPr>
        <p:spPr>
          <a:xfrm>
            <a:off x="382555" y="242596"/>
            <a:ext cx="3892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Romain (03:26.88)</a:t>
            </a:r>
            <a:r>
              <a:rPr lang="en-US" dirty="0"/>
              <a:t> vs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Olivier (03:25.60)</a:t>
            </a:r>
            <a:endParaRPr lang="it-IT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6" name="Picture 15" descr="A picture containing shape&#10;&#10;Description automatically generated">
            <a:extLst>
              <a:ext uri="{FF2B5EF4-FFF2-40B4-BE49-F238E27FC236}">
                <a16:creationId xmlns:a16="http://schemas.microsoft.com/office/drawing/2014/main" id="{E7B4E066-C804-493D-955A-2335DF8985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52"/>
          <a:stretch/>
        </p:blipFill>
        <p:spPr>
          <a:xfrm>
            <a:off x="208383" y="611928"/>
            <a:ext cx="11775233" cy="600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81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0E1EFC4B-25C2-40FC-93FB-2C723ED05027}"/>
              </a:ext>
            </a:extLst>
          </p:cNvPr>
          <p:cNvSpPr txBox="1"/>
          <p:nvPr/>
        </p:nvSpPr>
        <p:spPr>
          <a:xfrm>
            <a:off x="382555" y="242596"/>
            <a:ext cx="3892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Romain (03:26.88)</a:t>
            </a:r>
            <a:r>
              <a:rPr lang="en-US" dirty="0"/>
              <a:t> vs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Olivier (03:25.60)</a:t>
            </a:r>
            <a:endParaRPr lang="it-IT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1" name="Picture 20" descr="Diagram&#10;&#10;Description automatically generated">
            <a:extLst>
              <a:ext uri="{FF2B5EF4-FFF2-40B4-BE49-F238E27FC236}">
                <a16:creationId xmlns:a16="http://schemas.microsoft.com/office/drawing/2014/main" id="{FDC9F4A3-7E55-427C-8A0D-30D93771E0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88"/>
          <a:stretch/>
        </p:blipFill>
        <p:spPr>
          <a:xfrm>
            <a:off x="144624" y="611928"/>
            <a:ext cx="11902751" cy="600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932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19CFC8-2503-4689-8BEE-354EC72D31F5}"/>
              </a:ext>
            </a:extLst>
          </p:cNvPr>
          <p:cNvSpPr txBox="1"/>
          <p:nvPr/>
        </p:nvSpPr>
        <p:spPr>
          <a:xfrm>
            <a:off x="382555" y="242596"/>
            <a:ext cx="398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Richard (03:31.90)</a:t>
            </a:r>
            <a:r>
              <a:rPr lang="en-US" dirty="0"/>
              <a:t> vs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Romain (03:31.17)</a:t>
            </a:r>
            <a:endParaRPr lang="it-IT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0" name="Picture 9" descr="Shape, arrow&#10;&#10;Description automatically generated">
            <a:extLst>
              <a:ext uri="{FF2B5EF4-FFF2-40B4-BE49-F238E27FC236}">
                <a16:creationId xmlns:a16="http://schemas.microsoft.com/office/drawing/2014/main" id="{04F87F74-EFF2-4413-955C-8E4F32A2DA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47"/>
          <a:stretch/>
        </p:blipFill>
        <p:spPr>
          <a:xfrm>
            <a:off x="110412" y="611928"/>
            <a:ext cx="11971176" cy="600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39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6151</TotalTime>
  <Words>27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Matteo Paganini</dc:creator>
  <cp:lastModifiedBy>Matteo Paganini</cp:lastModifiedBy>
  <cp:revision>1</cp:revision>
  <cp:lastPrinted>2021-08-19T22:05:10Z</cp:lastPrinted>
  <dcterms:created xsi:type="dcterms:W3CDTF">2021-08-16T13:34:38Z</dcterms:created>
  <dcterms:modified xsi:type="dcterms:W3CDTF">2021-08-20T20:06:10Z</dcterms:modified>
</cp:coreProperties>
</file>