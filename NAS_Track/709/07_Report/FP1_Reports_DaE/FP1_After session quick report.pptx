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  <p:sldMasterId id="2147483757" r:id="rId2"/>
  </p:sldMasterIdLst>
  <p:notesMasterIdLst>
    <p:notesMasterId r:id="rId17"/>
  </p:notesMasterIdLst>
  <p:handoutMasterIdLst>
    <p:handoutMasterId r:id="rId18"/>
  </p:handoutMasterIdLst>
  <p:sldIdLst>
    <p:sldId id="257" r:id="rId3"/>
    <p:sldId id="263" r:id="rId4"/>
    <p:sldId id="264" r:id="rId5"/>
    <p:sldId id="265" r:id="rId6"/>
    <p:sldId id="271" r:id="rId7"/>
    <p:sldId id="272" r:id="rId8"/>
    <p:sldId id="273" r:id="rId9"/>
    <p:sldId id="268" r:id="rId10"/>
    <p:sldId id="269" r:id="rId11"/>
    <p:sldId id="270" r:id="rId12"/>
    <p:sldId id="266" r:id="rId13"/>
    <p:sldId id="267" r:id="rId14"/>
    <p:sldId id="274" r:id="rId15"/>
    <p:sldId id="262" r:id="rId16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4"/>
    <a:srgbClr val="5C6E72"/>
    <a:srgbClr val="3A4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6"/>
    <p:restoredTop sz="94599"/>
  </p:normalViewPr>
  <p:slideViewPr>
    <p:cSldViewPr snapToGrid="0" snapToObjects="1">
      <p:cViewPr varScale="1">
        <p:scale>
          <a:sx n="108" d="100"/>
          <a:sy n="108" d="100"/>
        </p:scale>
        <p:origin x="81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35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64B8055-6FAC-5B4F-B19C-4C308C0282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EF8072A-40F4-4042-B2AF-62213D0AE4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1B198-748A-9649-B201-8DAAD06145B5}" type="datetimeFigureOut">
              <a:rPr lang="it-IT" smtClean="0"/>
              <a:t>16/07/2021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B7F3A9-AFA2-1848-87EA-48FD2B23EB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28BE871-6AF3-DD4F-B1E6-4366478BC9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E0233-02BA-5A4C-8335-498615E20DC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21632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64506-09E9-D543-8021-A8BF389ECD62}" type="datetimeFigureOut">
              <a:rPr lang="it-IT" smtClean="0"/>
              <a:t>16/07/2021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9E348-57F6-0C4A-9BDD-619072FF6AC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93226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0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97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9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14077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324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1994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 userDrawn="1"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024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 userDrawn="1"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78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90756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728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8874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6084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9398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3893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55187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16475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2596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2837579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519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232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67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8861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274171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10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11900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4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7907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558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479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02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0481012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201322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5171278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148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23337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5420114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679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56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373708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808215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846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875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114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547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164386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754690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62133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78278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36927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8455396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13471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56580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25791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74341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062079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377413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75294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9751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6337552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787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422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3499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6255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9755942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130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86104959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78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37759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0128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03649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95522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62132705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213621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15984066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87122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13937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30272136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7341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3871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721311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513072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 userDrawn="1"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 userDrawn="1"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TITOLO PARAGRAFO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 userDrawn="1"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8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97" r:id="rId4"/>
    <p:sldLayoutId id="2147483799" r:id="rId5"/>
    <p:sldLayoutId id="2147483723" r:id="rId6"/>
    <p:sldLayoutId id="2147483800" r:id="rId7"/>
    <p:sldLayoutId id="2147483801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  <p:sldLayoutId id="2147483745" r:id="rId29"/>
    <p:sldLayoutId id="2147483746" r:id="rId30"/>
    <p:sldLayoutId id="2147483747" r:id="rId31"/>
    <p:sldLayoutId id="2147483748" r:id="rId32"/>
    <p:sldLayoutId id="2147483749" r:id="rId33"/>
    <p:sldLayoutId id="2147483750" r:id="rId34"/>
    <p:sldLayoutId id="2147483751" r:id="rId35"/>
    <p:sldLayoutId id="2147483752" r:id="rId36"/>
    <p:sldLayoutId id="2147483753" r:id="rId37"/>
    <p:sldLayoutId id="2147483754" r:id="rId38"/>
    <p:sldLayoutId id="2147483755" r:id="rId39"/>
    <p:sldLayoutId id="2147483756" r:id="rId4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 userDrawn="1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 userDrawn="1"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 userDrawn="1"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 userDrawn="1"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 userDrawn="1"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7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96" r:id="rId2"/>
    <p:sldLayoutId id="2147483759" r:id="rId3"/>
    <p:sldLayoutId id="2147483760" r:id="rId4"/>
    <p:sldLayoutId id="2147483798" r:id="rId5"/>
    <p:sldLayoutId id="2147483761" r:id="rId6"/>
    <p:sldLayoutId id="2147483762" r:id="rId7"/>
    <p:sldLayoutId id="2147483802" r:id="rId8"/>
    <p:sldLayoutId id="214748380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  <p:sldLayoutId id="2147483787" r:id="rId33"/>
    <p:sldLayoutId id="2147483788" r:id="rId34"/>
    <p:sldLayoutId id="2147483789" r:id="rId35"/>
    <p:sldLayoutId id="2147483790" r:id="rId36"/>
    <p:sldLayoutId id="2147483791" r:id="rId37"/>
    <p:sldLayoutId id="2147483792" r:id="rId38"/>
    <p:sldLayoutId id="2147483793" r:id="rId39"/>
    <p:sldLayoutId id="2147483794" r:id="rId40"/>
    <p:sldLayoutId id="2147483795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71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924B-FFAD-4CBB-BD45-E48453C1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Outing #1 </a:t>
            </a:r>
            <a:r>
              <a:rPr lang="en-GB" dirty="0" err="1"/>
              <a:t>Driver:RD</a:t>
            </a:r>
            <a:r>
              <a:rPr lang="en-GB" dirty="0"/>
              <a:t> Tyre pressure</a:t>
            </a:r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8AC9D-9A1C-4B71-9F4D-33C64B71D6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043" y="1145219"/>
            <a:ext cx="11878321" cy="51579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4D18D2-6423-4CF6-9EF4-6A1CCBB0E4A8}"/>
              </a:ext>
            </a:extLst>
          </p:cNvPr>
          <p:cNvGrpSpPr/>
          <p:nvPr/>
        </p:nvGrpSpPr>
        <p:grpSpPr>
          <a:xfrm>
            <a:off x="10847829" y="1278385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D9CBDC5-8A41-4502-ACCA-8C6F599D2B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8B762A7-8020-4184-A2A6-1A92828545B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D305BB2-1711-4062-AA49-9BD82954B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3" y="1145219"/>
            <a:ext cx="10679776" cy="491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4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E713-99C7-40B6-BBC8-5D0253CD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Outing #1 </a:t>
            </a:r>
            <a:r>
              <a:rPr lang="en-GB" sz="2800" dirty="0" err="1"/>
              <a:t>Driver:RD</a:t>
            </a:r>
            <a:r>
              <a:rPr lang="en-GB" sz="2800" dirty="0"/>
              <a:t> Tyre surf and gas temp</a:t>
            </a:r>
            <a:endParaRPr lang="it-IT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DB6030-FA15-43D3-9F09-2C736D2EC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3</a:t>
            </a:fld>
            <a:endParaRPr lang="it-IT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855712-FBEC-482C-B474-D6C3B988C487}"/>
              </a:ext>
            </a:extLst>
          </p:cNvPr>
          <p:cNvGrpSpPr/>
          <p:nvPr/>
        </p:nvGrpSpPr>
        <p:grpSpPr>
          <a:xfrm>
            <a:off x="11412219" y="1103625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AE7FE1-E312-410E-8152-0311CC3A59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9157324-5DC5-44C2-AB97-FEE2C2BCEE9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D925C0-44BC-476B-A34B-CB8CCDA758F8}"/>
              </a:ext>
            </a:extLst>
          </p:cNvPr>
          <p:cNvSpPr txBox="1"/>
          <p:nvPr/>
        </p:nvSpPr>
        <p:spPr>
          <a:xfrm>
            <a:off x="5513036" y="6470949"/>
            <a:ext cx="3472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+</a:t>
            </a:r>
            <a:r>
              <a:rPr lang="en-GB" sz="1400" dirty="0">
                <a:solidFill>
                  <a:schemeClr val="bg1"/>
                </a:solidFill>
              </a:rPr>
              <a:t>: gas temps </a:t>
            </a:r>
            <a:r>
              <a:rPr lang="en-GB" sz="1400" b="1" dirty="0">
                <a:solidFill>
                  <a:schemeClr val="bg1"/>
                </a:solidFill>
              </a:rPr>
              <a:t>line</a:t>
            </a:r>
            <a:r>
              <a:rPr lang="en-GB" sz="1400" dirty="0">
                <a:solidFill>
                  <a:schemeClr val="bg1"/>
                </a:solidFill>
              </a:rPr>
              <a:t>: surface temps</a:t>
            </a:r>
            <a:endParaRPr lang="it-IT" sz="1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FC170-6C6B-4415-99DD-6AC3153E9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6" y="1103625"/>
            <a:ext cx="11327907" cy="520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63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65B9-FF71-4386-BC6A-F333698C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Outing #1 </a:t>
            </a:r>
            <a:r>
              <a:rPr lang="en-GB" sz="2400" dirty="0" err="1"/>
              <a:t>Driver:RD</a:t>
            </a:r>
            <a:r>
              <a:rPr lang="en-GB" sz="2400" dirty="0"/>
              <a:t> Pressure rise from pit out, delta from target</a:t>
            </a:r>
            <a:endParaRPr lang="it-IT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8A8E8-6F34-454B-8A81-0D0368B09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4</a:t>
            </a:fld>
            <a:endParaRPr lang="it-IT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CF91BC-4559-4994-A174-AAA7C07A6DCD}"/>
              </a:ext>
            </a:extLst>
          </p:cNvPr>
          <p:cNvGrpSpPr/>
          <p:nvPr/>
        </p:nvGrpSpPr>
        <p:grpSpPr>
          <a:xfrm>
            <a:off x="11344222" y="1393794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01DCF71-C5DA-46EE-8BC3-E19E4D2397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5CF882-EECD-4489-8A8D-9A53F55C708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16A7EDF-B9F1-4E2F-BF64-060F2E3C6B7D}"/>
              </a:ext>
            </a:extLst>
          </p:cNvPr>
          <p:cNvSpPr txBox="1"/>
          <p:nvPr/>
        </p:nvSpPr>
        <p:spPr>
          <a:xfrm>
            <a:off x="2097678" y="6472873"/>
            <a:ext cx="193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Rise from Pit Out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87B85-42EA-4821-AE6D-686D2B431E13}"/>
              </a:ext>
            </a:extLst>
          </p:cNvPr>
          <p:cNvSpPr txBox="1"/>
          <p:nvPr/>
        </p:nvSpPr>
        <p:spPr>
          <a:xfrm>
            <a:off x="8102600" y="6440172"/>
            <a:ext cx="193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Delta from Target</a:t>
            </a:r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68EAD-27B0-45C6-B2E8-A63BB7E53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1393794"/>
            <a:ext cx="11306121" cy="454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85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924B-FFAD-4CBB-BD45-E48453C1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Outing #2 </a:t>
            </a:r>
            <a:r>
              <a:rPr lang="en-GB" dirty="0" err="1"/>
              <a:t>Driver:RD</a:t>
            </a:r>
            <a:r>
              <a:rPr lang="en-GB" dirty="0"/>
              <a:t> Tyre pressure</a:t>
            </a:r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8AC9D-9A1C-4B71-9F4D-33C64B71D6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043" y="1145219"/>
            <a:ext cx="11878321" cy="51579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4D18D2-6423-4CF6-9EF4-6A1CCBB0E4A8}"/>
              </a:ext>
            </a:extLst>
          </p:cNvPr>
          <p:cNvGrpSpPr/>
          <p:nvPr/>
        </p:nvGrpSpPr>
        <p:grpSpPr>
          <a:xfrm>
            <a:off x="10847829" y="1278385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D9CBDC5-8A41-4502-ACCA-8C6F599D2B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8B762A7-8020-4184-A2A6-1A92828545B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5790A35-3480-426E-9A47-839EE11A3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3" y="1145219"/>
            <a:ext cx="10488171" cy="48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8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E713-99C7-40B6-BBC8-5D0253CD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Outing #2 </a:t>
            </a:r>
            <a:r>
              <a:rPr lang="en-GB" sz="2800" dirty="0" err="1"/>
              <a:t>Driver:RD</a:t>
            </a:r>
            <a:r>
              <a:rPr lang="en-GB" sz="2800" dirty="0"/>
              <a:t> Tyre surf and gas temp</a:t>
            </a:r>
            <a:endParaRPr lang="it-IT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DB6030-FA15-43D3-9F09-2C736D2EC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6</a:t>
            </a:fld>
            <a:endParaRPr lang="it-IT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855712-FBEC-482C-B474-D6C3B988C487}"/>
              </a:ext>
            </a:extLst>
          </p:cNvPr>
          <p:cNvGrpSpPr/>
          <p:nvPr/>
        </p:nvGrpSpPr>
        <p:grpSpPr>
          <a:xfrm>
            <a:off x="11412219" y="1103625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AE7FE1-E312-410E-8152-0311CC3A59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9157324-5DC5-44C2-AB97-FEE2C2BCEE9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D925C0-44BC-476B-A34B-CB8CCDA758F8}"/>
              </a:ext>
            </a:extLst>
          </p:cNvPr>
          <p:cNvSpPr txBox="1"/>
          <p:nvPr/>
        </p:nvSpPr>
        <p:spPr>
          <a:xfrm>
            <a:off x="5513036" y="6470949"/>
            <a:ext cx="3472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+</a:t>
            </a:r>
            <a:r>
              <a:rPr lang="en-GB" sz="1400" dirty="0">
                <a:solidFill>
                  <a:schemeClr val="bg1"/>
                </a:solidFill>
              </a:rPr>
              <a:t>: gas temps </a:t>
            </a:r>
            <a:r>
              <a:rPr lang="en-GB" sz="1400" b="1" dirty="0">
                <a:solidFill>
                  <a:schemeClr val="bg1"/>
                </a:solidFill>
              </a:rPr>
              <a:t>line</a:t>
            </a:r>
            <a:r>
              <a:rPr lang="en-GB" sz="1400" dirty="0">
                <a:solidFill>
                  <a:schemeClr val="bg1"/>
                </a:solidFill>
              </a:rPr>
              <a:t>: surface temps</a:t>
            </a:r>
            <a:endParaRPr lang="it-IT" sz="1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936B7-D40F-403D-A61E-39B8A877B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3" y="1103625"/>
            <a:ext cx="11232554" cy="525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57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65B9-FF71-4386-BC6A-F333698C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Outing #2 </a:t>
            </a:r>
            <a:r>
              <a:rPr lang="en-GB" sz="2400" dirty="0" err="1"/>
              <a:t>Driver:RD</a:t>
            </a:r>
            <a:r>
              <a:rPr lang="en-GB" sz="2400" dirty="0"/>
              <a:t> Pressure rise from pit out, delta from target</a:t>
            </a:r>
            <a:endParaRPr lang="it-IT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8A8E8-6F34-454B-8A81-0D0368B09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7</a:t>
            </a:fld>
            <a:endParaRPr lang="it-IT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CF91BC-4559-4994-A174-AAA7C07A6DCD}"/>
              </a:ext>
            </a:extLst>
          </p:cNvPr>
          <p:cNvGrpSpPr/>
          <p:nvPr/>
        </p:nvGrpSpPr>
        <p:grpSpPr>
          <a:xfrm>
            <a:off x="11344222" y="1393794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01DCF71-C5DA-46EE-8BC3-E19E4D2397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5CF882-EECD-4489-8A8D-9A53F55C708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16A7EDF-B9F1-4E2F-BF64-060F2E3C6B7D}"/>
              </a:ext>
            </a:extLst>
          </p:cNvPr>
          <p:cNvSpPr txBox="1"/>
          <p:nvPr/>
        </p:nvSpPr>
        <p:spPr>
          <a:xfrm>
            <a:off x="2097678" y="6472873"/>
            <a:ext cx="193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Rise from Pit Out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87B85-42EA-4821-AE6D-686D2B431E13}"/>
              </a:ext>
            </a:extLst>
          </p:cNvPr>
          <p:cNvSpPr txBox="1"/>
          <p:nvPr/>
        </p:nvSpPr>
        <p:spPr>
          <a:xfrm>
            <a:off x="8102600" y="6440172"/>
            <a:ext cx="193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Delta from Target</a:t>
            </a:r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80534-3920-4027-AD97-B8CDD7FE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24" y="1184371"/>
            <a:ext cx="10477551" cy="506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0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924B-FFAD-4CBB-BD45-E48453C1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Outing #3 </a:t>
            </a:r>
            <a:r>
              <a:rPr lang="en-GB" dirty="0" err="1"/>
              <a:t>Driver:RW</a:t>
            </a:r>
            <a:r>
              <a:rPr lang="en-GB" dirty="0"/>
              <a:t> Tyre pressure</a:t>
            </a:r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8AC9D-9A1C-4B71-9F4D-33C64B71D6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043" y="1145219"/>
            <a:ext cx="11878321" cy="51579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4D18D2-6423-4CF6-9EF4-6A1CCBB0E4A8}"/>
              </a:ext>
            </a:extLst>
          </p:cNvPr>
          <p:cNvGrpSpPr/>
          <p:nvPr/>
        </p:nvGrpSpPr>
        <p:grpSpPr>
          <a:xfrm>
            <a:off x="10847829" y="1278385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D9CBDC5-8A41-4502-ACCA-8C6F599D2B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8B762A7-8020-4184-A2A6-1A92828545B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ED750D0-D6A4-4362-B8E0-BC37FF69D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3" y="1134425"/>
            <a:ext cx="10687050" cy="516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9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E713-99C7-40B6-BBC8-5D0253CD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Outing #3 </a:t>
            </a:r>
            <a:r>
              <a:rPr lang="en-GB" sz="2800" dirty="0" err="1"/>
              <a:t>Driver:RW</a:t>
            </a:r>
            <a:r>
              <a:rPr lang="en-GB" sz="2800" dirty="0"/>
              <a:t> Tyre surf and gas temp</a:t>
            </a:r>
            <a:endParaRPr lang="it-IT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DB6030-FA15-43D3-9F09-2C736D2EC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9</a:t>
            </a:fld>
            <a:endParaRPr lang="it-IT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855712-FBEC-482C-B474-D6C3B988C487}"/>
              </a:ext>
            </a:extLst>
          </p:cNvPr>
          <p:cNvGrpSpPr/>
          <p:nvPr/>
        </p:nvGrpSpPr>
        <p:grpSpPr>
          <a:xfrm>
            <a:off x="11412219" y="1103625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AE7FE1-E312-410E-8152-0311CC3A59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9157324-5DC5-44C2-AB97-FEE2C2BCEE9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D925C0-44BC-476B-A34B-CB8CCDA758F8}"/>
              </a:ext>
            </a:extLst>
          </p:cNvPr>
          <p:cNvSpPr txBox="1"/>
          <p:nvPr/>
        </p:nvSpPr>
        <p:spPr>
          <a:xfrm>
            <a:off x="5513036" y="6470949"/>
            <a:ext cx="3472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+</a:t>
            </a:r>
            <a:r>
              <a:rPr lang="en-GB" sz="1400" dirty="0">
                <a:solidFill>
                  <a:schemeClr val="bg1"/>
                </a:solidFill>
              </a:rPr>
              <a:t>: gas temps </a:t>
            </a:r>
            <a:r>
              <a:rPr lang="en-GB" sz="1400" b="1" dirty="0">
                <a:solidFill>
                  <a:schemeClr val="bg1"/>
                </a:solidFill>
              </a:rPr>
              <a:t>line</a:t>
            </a:r>
            <a:r>
              <a:rPr lang="en-GB" sz="1400" dirty="0">
                <a:solidFill>
                  <a:schemeClr val="bg1"/>
                </a:solidFill>
              </a:rPr>
              <a:t>: surface temps</a:t>
            </a:r>
            <a:endParaRPr lang="it-IT" sz="1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9B405-63E6-440C-835D-A11DFED7B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3" y="1103624"/>
            <a:ext cx="10937996" cy="527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36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65B9-FF71-4386-BC6A-F333698C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Outing #3 </a:t>
            </a:r>
            <a:r>
              <a:rPr lang="en-GB" sz="2400" dirty="0" err="1"/>
              <a:t>Driver:RW</a:t>
            </a:r>
            <a:r>
              <a:rPr lang="en-GB" sz="2400" dirty="0"/>
              <a:t> Pressure rise from pit out, delta from target</a:t>
            </a:r>
            <a:endParaRPr lang="it-IT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8A8E8-6F34-454B-8A81-0D0368B09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10</a:t>
            </a:fld>
            <a:endParaRPr lang="it-IT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CF91BC-4559-4994-A174-AAA7C07A6DCD}"/>
              </a:ext>
            </a:extLst>
          </p:cNvPr>
          <p:cNvGrpSpPr/>
          <p:nvPr/>
        </p:nvGrpSpPr>
        <p:grpSpPr>
          <a:xfrm>
            <a:off x="11344222" y="1393794"/>
            <a:ext cx="692458" cy="1083076"/>
            <a:chOff x="11003871" y="1278385"/>
            <a:chExt cx="692458" cy="1083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01DCF71-C5DA-46EE-8BC3-E19E4D2397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349" t="30311" r="27301" b="30544"/>
            <a:stretch/>
          </p:blipFill>
          <p:spPr>
            <a:xfrm>
              <a:off x="11003871" y="1615736"/>
              <a:ext cx="692458" cy="745725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5CF882-EECD-4489-8A8D-9A53F55C708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V="1">
              <a:off x="11350100" y="1278385"/>
              <a:ext cx="0" cy="1083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16A7EDF-B9F1-4E2F-BF64-060F2E3C6B7D}"/>
              </a:ext>
            </a:extLst>
          </p:cNvPr>
          <p:cNvSpPr txBox="1"/>
          <p:nvPr/>
        </p:nvSpPr>
        <p:spPr>
          <a:xfrm>
            <a:off x="2097678" y="6472873"/>
            <a:ext cx="193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Rise from Pit Out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87B85-42EA-4821-AE6D-686D2B431E13}"/>
              </a:ext>
            </a:extLst>
          </p:cNvPr>
          <p:cNvSpPr txBox="1"/>
          <p:nvPr/>
        </p:nvSpPr>
        <p:spPr>
          <a:xfrm>
            <a:off x="8102600" y="6440172"/>
            <a:ext cx="193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Delta from Target</a:t>
            </a:r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A7F78-0B7D-4545-990A-F538ED989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0" y="1146222"/>
            <a:ext cx="10467975" cy="503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6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57A9-8239-47BA-A9DC-268FFF89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Driver best lap comparison</a:t>
            </a:r>
            <a:endParaRPr lang="it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0A37D-F774-459C-A036-A452103B7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F50E5-F76C-427F-8418-82ECB2018A1E}"/>
              </a:ext>
            </a:extLst>
          </p:cNvPr>
          <p:cNvSpPr txBox="1"/>
          <p:nvPr/>
        </p:nvSpPr>
        <p:spPr>
          <a:xfrm>
            <a:off x="3941686" y="6434696"/>
            <a:ext cx="2232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Red : RD Blue: RW </a:t>
            </a:r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BC616-C0B3-48B7-8EC6-0323D6FB67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"/>
          <a:stretch/>
        </p:blipFill>
        <p:spPr>
          <a:xfrm>
            <a:off x="65073" y="1126747"/>
            <a:ext cx="12099953" cy="464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83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A6B5-0A4D-43E5-A30E-ED8449D5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RPM @upshift</a:t>
            </a:r>
            <a:endParaRPr lang="it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80DF3B-1F6F-4FBC-8F44-FD150AD93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12</a:t>
            </a:fld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31D76-43B3-4EEB-8914-4D0A0C591AB4}"/>
              </a:ext>
            </a:extLst>
          </p:cNvPr>
          <p:cNvSpPr txBox="1"/>
          <p:nvPr/>
        </p:nvSpPr>
        <p:spPr>
          <a:xfrm>
            <a:off x="4627485" y="6440172"/>
            <a:ext cx="2252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Red : RD Blue: RW</a:t>
            </a:r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037411-97CE-40C3-9F81-4BB015E9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95" y="1114532"/>
            <a:ext cx="11050110" cy="516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98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1E86-6CBB-4A56-9103-6B996C54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Steering Wheel Config</a:t>
            </a:r>
            <a:endParaRPr lang="it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ECEDA1-2F62-4C45-8054-EAFBE44C7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13</a:t>
            </a:fld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52C0B-F94B-4EAB-A9B7-C80B72311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91" y="1144462"/>
            <a:ext cx="10528917" cy="51435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DF3F0D-124E-41ED-9342-9355BBCAD918}"/>
              </a:ext>
            </a:extLst>
          </p:cNvPr>
          <p:cNvSpPr txBox="1"/>
          <p:nvPr/>
        </p:nvSpPr>
        <p:spPr>
          <a:xfrm>
            <a:off x="2512380" y="6440172"/>
            <a:ext cx="4284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Last RW Stint with #708 Steering Wheel</a:t>
            </a:r>
            <a:endParaRPr lang="it-IT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113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61552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TemaPODIUM</Template>
  <TotalTime>1187</TotalTime>
  <Words>183</Words>
  <Application>Microsoft Office PowerPoint</Application>
  <PresentationFormat>Widescreen</PresentationFormat>
  <Paragraphs>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 Narrow</vt:lpstr>
      <vt:lpstr>Bebas Neue</vt:lpstr>
      <vt:lpstr>Calibri</vt:lpstr>
      <vt:lpstr>Gill Sans</vt:lpstr>
      <vt:lpstr>Helvetica Neue Light</vt:lpstr>
      <vt:lpstr>Lato Light</vt:lpstr>
      <vt:lpstr>Lato Regular</vt:lpstr>
      <vt:lpstr>1_TemaPODIUM</vt:lpstr>
      <vt:lpstr>2_TemaPODIUM</vt:lpstr>
      <vt:lpstr>PowerPoint Presentation</vt:lpstr>
      <vt:lpstr>Outing #1 Driver:RD Tyre pressure</vt:lpstr>
      <vt:lpstr>Outing #1 Driver:RD Tyre surf and gas temp</vt:lpstr>
      <vt:lpstr>Outing #1 Driver:RD Pressure rise from pit out, delta from target</vt:lpstr>
      <vt:lpstr>Outing #2 Driver:RD Tyre pressure</vt:lpstr>
      <vt:lpstr>Outing #2 Driver:RD Tyre surf and gas temp</vt:lpstr>
      <vt:lpstr>Outing #2 Driver:RD Pressure rise from pit out, delta from target</vt:lpstr>
      <vt:lpstr>Outing #3 Driver:RW Tyre pressure</vt:lpstr>
      <vt:lpstr>Outing #3 Driver:RW Tyre surf and gas temp</vt:lpstr>
      <vt:lpstr>Outing #3 Driver:RW Pressure rise from pit out, delta from target</vt:lpstr>
      <vt:lpstr>Driver best lap comparison</vt:lpstr>
      <vt:lpstr>RPM @upshift</vt:lpstr>
      <vt:lpstr>Steering Wheel Config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Podium</dc:title>
  <dc:subject/>
  <dc:creator>Fabio.Vitti</dc:creator>
  <cp:keywords/>
  <dc:description/>
  <cp:lastModifiedBy>Matteo Paganini</cp:lastModifiedBy>
  <cp:revision>100</cp:revision>
  <cp:lastPrinted>2021-07-16T15:49:19Z</cp:lastPrinted>
  <dcterms:created xsi:type="dcterms:W3CDTF">2018-04-03T13:12:41Z</dcterms:created>
  <dcterms:modified xsi:type="dcterms:W3CDTF">2021-07-16T15:52:44Z</dcterms:modified>
  <cp:category/>
</cp:coreProperties>
</file>